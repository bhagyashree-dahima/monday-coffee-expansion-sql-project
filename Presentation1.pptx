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65B4-5679-2D3B-D79C-D414B5B3C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25A36-D4A1-BD15-D514-246A60BDE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1EB34-F065-4DD2-90CC-E548D6CC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CF9EA-D24B-086D-7F57-85F0CC1C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CB8A-1A22-43BF-B432-7455CFEAF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5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E2AFB-9B12-4FEC-C2B5-0B488E66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496D-D2A1-7FE8-A97D-7D8D31E9B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80459-7090-50C0-C568-D1D9E94F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97EB0-FBAE-D4BA-6C1C-F8D7F730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19F6-B3B3-014C-AC9A-D833786F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8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7DB1-FD85-409A-4202-018EE4F9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D5D73-C0DD-F2FB-0102-875A4F4A0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FE295-F687-FADA-BF9C-F02C002B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3832-3240-F823-FDA5-9ED306E0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8B8D-DCF7-04BD-4578-BF03C7FD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5C25-5191-3E00-B259-1CF407D5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5B30C-8A9F-7214-365F-F76D481EB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C4D3A-C662-991C-2A3D-806D69A14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D6463-0C93-512B-6E0D-CEDC1B89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9AAB4-DB30-8934-70A3-3DB3E2092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E6A53-D690-AEB1-1FCC-E29E9A55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6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6F04-7A9A-182E-45BC-AE0578D0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8FD27-A6C7-CE7A-8991-7C8F425E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B271E-71C9-0194-056F-C583F9A53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7A30F-BA02-37B0-64A6-CC12815F3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B7B31-E9E8-5988-B3E5-5CCE5A5C8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A195F-87E8-4EFA-6EA7-D3D14FC2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7DF78-25D1-22D6-F2C5-A3BBE911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A0420-A6F9-D591-28A9-2935F71C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9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590F-03DF-1555-36C2-A836B133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C6C06-A75C-3CBE-113A-59FFEA7F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0D681-BE2D-BB4D-C93D-6F2C702C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5824E-C593-F461-F1E4-C102BF3D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4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5D587-FCB3-5098-188D-835D9B34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E8693-7712-B853-83A3-727AD2F9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9C3BB-B0F0-882E-D35F-8F8AD735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8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ABF0-71AA-A6CE-28AB-638958F5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3C79-CCAC-13E3-72BF-DDD6C1DD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C3CAF-AF2D-51DB-9CBB-D3D194533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B239C-49CB-A481-F0E7-DBD40EF4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EE063-33CB-3095-7E7A-CD7CC741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6A07A-5B81-FAF7-753F-01FC4325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7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1D5A-FDFE-741D-CAA1-9F8485FF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22231-4906-B713-9959-5CADA5A8C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925E5-3143-B031-7089-E2C1E036E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748AF-3C7A-EEB6-9977-88422AD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5BBA1-BA5E-1AE0-A3DF-401675A7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3827A-A154-7553-A4DC-7340472E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8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CFE4-9493-033E-34A7-E6B4CF857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5DB1B-36FB-C0EB-7297-F04874BB8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5AF70-4A6A-08BD-1085-49A77F98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DD52-C707-CC17-69EE-F19130EF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86FE2-BE9E-6A9C-5350-6A1E9661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5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0A42B-6BDD-F4D2-8CF4-04B7FA7BA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94101-354C-36BE-22B7-FEAC942DC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A9182-2A1A-1D56-6B6D-46B30D96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36A25-0E7E-C20B-03E9-58F17247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83653-C1C9-850F-16E0-F5115CDE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0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E754A-F5F3-0466-1E0B-131F7756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D0AB0-2A57-3E0C-C597-C100DC46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2874A-65C9-ABA7-EC62-F9B01C2F2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67023-EA5F-408B-B99C-64655162809E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437C9-5162-EE58-76A6-0B9F52B0A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26ABE-65F5-D3FA-391E-5955D3F8A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F40E6-7A93-4A96-B669-5E111FB25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EC41-44A8-F11F-46C5-F2349927A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63456-D643-58F4-C540-CCB87521A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60EEC-29A0-37F9-30F8-C6A6850E4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2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4254-77D9-38DA-2798-85123BE1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C76DFC-94FE-7C34-A7E0-239C79F1A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8" y="72190"/>
            <a:ext cx="12063663" cy="6785810"/>
          </a:xfrm>
        </p:spPr>
      </p:pic>
    </p:spTree>
    <p:extLst>
      <p:ext uri="{BB962C8B-B14F-4D97-AF65-F5344CB8AC3E}">
        <p14:creationId xmlns:p14="http://schemas.microsoft.com/office/powerpoint/2010/main" val="126932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0A650-95C0-2F3F-935F-C1704D3E7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4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CDD64-2A53-0E1A-1DE7-95EEE856B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9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2F196F-E6EA-B36A-C41A-2C12E0F7B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6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A06DF-4774-FF47-B0A0-59B2BD8F7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1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Bhagyashree dahima</dc:creator>
  <cp:lastModifiedBy>Bhagyashree dahima</cp:lastModifiedBy>
  <cp:revision>1</cp:revision>
  <dcterms:created xsi:type="dcterms:W3CDTF">2025-11-10T18:10:37Z</dcterms:created>
  <dcterms:modified xsi:type="dcterms:W3CDTF">2025-11-10T18:11:23Z</dcterms:modified>
</cp:coreProperties>
</file>